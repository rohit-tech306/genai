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93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Calibri"/>
              </a:defRPr>
            </a:pPr>
            <a:r>
              <a:t>India's First AI-Powered</a:t>
            </a:r>
            <a:br/>
            <a:r>
              <a:t>Sustainable Agriculture</a:t>
            </a:r>
            <a:br/>
            <a:r>
              <a:t>Decision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ADE80"/>
                </a:solidFill>
                <a:latin typeface="Calibri"/>
              </a:defRPr>
            </a:pPr>
            <a:r>
              <a:t>Better yield today. Healthier soil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Team: &lt;Your Team Name&gt; | National Hackathon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National Problem We Are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Calibri"/>
              </a:defRPr>
            </a:pPr>
            <a:r>
              <a:t>Three connected gaps hurting farmer income and long-term food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6534"/>
                </a:solidFill>
                <a:latin typeface="Calibri"/>
              </a:defRPr>
            </a:pPr>
            <a:r>
              <a:t>Low Scheme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Calibri"/>
              </a:defRPr>
            </a:pPr>
            <a:r>
              <a:t>Farmers miss schemes due to low discoverability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6534"/>
                </a:solidFill>
                <a:latin typeface="Calibri"/>
              </a:defRPr>
            </a:pPr>
            <a:r>
              <a:t>Market Access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3200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Calibri"/>
              </a:defRPr>
            </a:pPr>
            <a:r>
              <a:t>Vendors cannot reliably reach verified rural buyers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2004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9E0B"/>
                </a:solidFill>
                <a:latin typeface="Calibri"/>
              </a:defRPr>
            </a:pPr>
            <a:r>
              <a:t>Soil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834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Calibri"/>
              </a:defRPr>
            </a:pPr>
            <a:r>
              <a:t>Short-term yield choices degrade long-term soil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Our biggest innovation focus: Soil health negligence at decision time.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  <a:latin typeface="Calibri"/>
              </a:defRPr>
            </a:pPr>
            <a:r>
              <a:t>Current systems optimize transactions, not sustainability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AI Sustainable Agri Platform |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Calibri"/>
              </a:defRPr>
            </a:pPr>
            <a:r>
              <a:t>Two-sided platform powered by a sustainability-first AI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31089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6534"/>
                </a:solidFill>
                <a:latin typeface="Calibri"/>
              </a:defRPr>
            </a:pPr>
            <a:r>
              <a:t>Farmers (Free)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AI Scheme Recommendations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Product Recommendations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Soil Health Tracking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Profit &amp; Risk Insights</a:t>
            </a:r>
          </a:p>
        </p:txBody>
      </p:sp>
      <p:sp>
        <p:nvSpPr>
          <p:cNvPr id="8" name="Hexagon 7"/>
          <p:cNvSpPr/>
          <p:nvPr/>
        </p:nvSpPr>
        <p:spPr>
          <a:xfrm>
            <a:off x="4526280" y="1965960"/>
            <a:ext cx="3108960" cy="3474720"/>
          </a:xfrm>
          <a:prstGeom prst="hexagon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423160"/>
            <a:ext cx="26517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AI CORE</a:t>
            </a:r>
          </a:p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Scheme Matching</a:t>
            </a:r>
          </a:p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Product Reco</a:t>
            </a:r>
          </a:p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Soil Impact Score</a:t>
            </a:r>
          </a:p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Behavior Nudges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20240"/>
            <a:ext cx="31089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6534"/>
                </a:solidFill>
                <a:latin typeface="Calibri"/>
              </a:defRPr>
            </a:pPr>
            <a:r>
              <a:t>Vendors (Paid)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Product Listing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Reach Verified Farmers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Analytics Dashboard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Featured Sustainability 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AI Sustainable Agri Platform |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Innovation: Soil Health Impact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Calibri"/>
              </a:defRPr>
            </a:pPr>
            <a:r>
              <a:t>A nutritional-label style sustainability score for every agri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583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4E28"/>
                </a:solidFill>
                <a:latin typeface="Calibri"/>
              </a:defRPr>
            </a:pPr>
            <a:r>
              <a:t>Product: XYZ Fast-Growth Fertilizer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Calibri"/>
              </a:defRPr>
            </a:pPr>
            <a:r>
              <a:t>Short-term yield boost: HIGH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Calibri"/>
              </a:defRPr>
            </a:pPr>
            <a:r>
              <a:t>Long-term soil impact: LOW ⚠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Calibri"/>
              </a:defRPr>
            </a:pPr>
            <a:r>
              <a:t>Soil pH effect: +0.8 (acidic)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Calibri"/>
              </a:defRPr>
            </a:pPr>
            <a:r>
              <a:t>Recovery time needed: 6-8 months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Calibri"/>
              </a:defRPr>
            </a:pPr>
            <a:r>
              <a:t>Recommended for: Sandy soil, Wheat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  <a:latin typeface="Calibri"/>
              </a:defRPr>
            </a:pPr>
            <a:r>
              <a:t>Avoid if: Used 2+ consecutive seasons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3566160" cy="4297680"/>
          </a:xfrm>
          <a:prstGeom prst="roundRect">
            <a:avLst/>
          </a:prstGeom>
          <a:solidFill>
            <a:srgbClr val="ECFDF5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48840"/>
            <a:ext cx="3017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4E28"/>
                </a:solidFill>
                <a:latin typeface="Calibri"/>
              </a:defRPr>
            </a:pPr>
            <a:r>
              <a:t>Why Judges Care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First-mover transparency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Vendor accountability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Behavioral change for farmers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Strong sustainability story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Data moat over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AI Sustainable Agri Platform |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Soil Health Passport (Per Farmer)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Calibri"/>
              </a:defRPr>
            </a:pPr>
            <a:r>
              <a:t>Transforms marketplace behavior into long-term advisory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7490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Farmer: Ramesh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Land: 3 acres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Location: Vidarbha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Current Soil Score: 62/100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  <a:latin typeface="Calibri"/>
              </a:defRPr>
            </a:pPr>
            <a:r>
              <a:t>Last Year: 71/100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737360"/>
            <a:ext cx="6675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Usage History: Jan 2025 Product A → Yield +30%, pH dropped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Jun 2025 Product B → Yield stable, soil score improved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6675120" cy="2286000"/>
          </a:xfrm>
          <a:prstGeom prst="roundRect">
            <a:avLst/>
          </a:prstGeom>
          <a:solidFill>
            <a:srgbClr val="ECFDF5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25196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AI Recommendation: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• Avoid nitrogen-heavy fertilizers for next 2 crop cycles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• Eligible scheme auto-link: Soil Health Card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AI Sustainable Agri Platform |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Business Model with Ethical Incentives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Calibri"/>
              </a:defRPr>
            </a:pPr>
            <a:r>
              <a:t>Revenue aligned with sustainability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949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Calibri"/>
              </a:defRPr>
            </a:pPr>
            <a:r>
              <a:t>Vendor Listing Fee  |  Recurring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39"/>
            <a:ext cx="6949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7063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Calibri"/>
              </a:defRPr>
            </a:pPr>
            <a:r>
              <a:t>Featured Placement  |  Soil-score gated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6949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3931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Calibri"/>
              </a:defRPr>
            </a:pPr>
            <a:r>
              <a:t>Vendor Analytics  |  Subscription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343400"/>
            <a:ext cx="6949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0799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Calibri"/>
              </a:defRPr>
            </a:pPr>
            <a:r>
              <a:t>Premium Farmer Insights  |  Optional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12079"/>
            <a:ext cx="6949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76671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Calibri"/>
              </a:defRPr>
            </a:pPr>
            <a:r>
              <a:t>Government Partnerships  |  Future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291840" cy="42976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743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Calibri"/>
              </a:defRPr>
            </a:pPr>
            <a:r>
              <a:t>Ethical Lock-In</a:t>
            </a:r>
          </a:p>
          <a:p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Products with poor</a:t>
            </a:r>
          </a:p>
          <a:p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t>soil health ratings</a:t>
            </a:r>
          </a:p>
          <a:p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t>get lower organic</a:t>
            </a:r>
          </a:p>
          <a:p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t>visibility.</a:t>
            </a:r>
          </a:p>
          <a:p>
            <a:br/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t>Vendors are nudged</a:t>
            </a:r>
          </a:p>
          <a:p>
            <a:pPr>
              <a:defRPr sz="1500" b="0">
                <a:solidFill>
                  <a:srgbClr val="FFFFFF"/>
                </a:solidFill>
                <a:latin typeface="Calibri"/>
              </a:defRPr>
            </a:pPr>
            <a:r>
              <a:t>to improve quality.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AI Sustainable Agri Platform | Hackathon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Go-To-Market and National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  <a:latin typeface="Calibri"/>
              </a:defRPr>
            </a:pPr>
            <a:r>
              <a:t>Pilot fast, prove outcomes, then scale by district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6534"/>
                </a:solidFill>
                <a:latin typeface="Calibri"/>
              </a:defRPr>
            </a:pPr>
            <a:r>
              <a:t>140M+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Calibri"/>
              </a:defRPr>
            </a:pPr>
            <a:r>
              <a:t>Farming households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6534"/>
                </a:solidFill>
                <a:latin typeface="Calibri"/>
              </a:defRPr>
            </a:pPr>
            <a:r>
              <a:t>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Calibri"/>
              </a:defRPr>
            </a:pPr>
            <a:r>
              <a:t>Pilot districts (phase-1)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6534"/>
                </a:solidFill>
                <a:latin typeface="Calibri"/>
              </a:defRPr>
            </a:pPr>
            <a:r>
              <a:t>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  <a:latin typeface="Calibri"/>
              </a:defRPr>
            </a:pPr>
            <a:r>
              <a:t>Initial verified vendors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Phase 1: District pilot with FPO/cooperative partnerships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Phase 2: Vernacular + voice + WhatsApp + SMS fallback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Phase 3: Hyperlocal soil clustering and seasonal intelligence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  <a:latin typeface="Calibri"/>
              </a:defRPr>
            </a:pPr>
            <a:r>
              <a:t>Policy alignment: soil restoration, climate resilience, Digital India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B5563"/>
                </a:solidFill>
                <a:latin typeface="Calibri"/>
              </a:defRPr>
            </a:pPr>
            <a:r>
              <a:t>AI Sustainable Agri Platform | Hackathon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We Win and 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6692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Calibri"/>
              </a:defRPr>
            </a:pPr>
            <a:r>
              <a:t>Competitive Moat</a:t>
            </a:r>
          </a:p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AI scheme matching engine (already built)</a:t>
            </a:r>
          </a:p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Compounding Soil Health Passport data</a:t>
            </a:r>
          </a:p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Vendor sustainability ratings</a:t>
            </a:r>
          </a:p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Behavioral nudging intelligence</a:t>
            </a:r>
          </a:p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Policy and public-system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4572000" cy="31089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148840"/>
            <a:ext cx="40233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4E28"/>
                </a:solidFill>
                <a:latin typeface="Calibri"/>
              </a:defRPr>
            </a:pPr>
            <a:r>
              <a:t>Hackathon Ask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Pilot district introductions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Data/API partnership mentorship</a:t>
            </a:r>
          </a:p>
          <a:p>
            <a:pPr>
              <a:defRPr sz="1500" b="0">
                <a:solidFill>
                  <a:srgbClr val="111827"/>
                </a:solidFill>
                <a:latin typeface="Calibri"/>
              </a:defRPr>
            </a:pPr>
            <a:r>
              <a:t>• Govt and FPO connect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We are not building a marketplace. We are building India's sustainable agriculture decision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